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gPNlRps5NchvCEvtJ42Fq81hk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_img1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82880"/>
            <a:ext cx="274320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365760" y="5943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PHANTOM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65760" y="1005840"/>
            <a:ext cx="6400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blindspot</a:t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65760" y="19202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detecting what the tracker cannot see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65760" y="2377440"/>
            <a:ext cx="5029200" cy="4572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65760" y="2560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Papers presented this week: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49808" y="290779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Multi-Camera Tracking of Vehicles based on Deep Features Re-ID and Trajectory-Based Camera Link Models </a:t>
            </a:r>
            <a:r>
              <a:rPr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Hsu et. al. </a:t>
            </a:r>
            <a:r>
              <a:rPr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i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Proceedings of the IEEE/CVF Conference on Computer Vision and Pattern Recognition Workshops (CVPRW)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(pp. 416–424) </a:t>
            </a:r>
            <a:r>
              <a:rPr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2019</a:t>
            </a:r>
            <a:endParaRPr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3566160"/>
            <a:ext cx="256032" cy="256032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3566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49808" y="356616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Multi-camera Multi-object Tracking </a:t>
            </a:r>
            <a:r>
              <a:rPr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Liu et. al.</a:t>
            </a:r>
            <a:r>
              <a:rPr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Computer Vision and Pattern Recognition (cs.CV) </a:t>
            </a:r>
            <a:r>
              <a:rPr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4224528"/>
            <a:ext cx="256032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42245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422452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[Optional — Click to enter if you found a third paper]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65760" y="6080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[Your name]  ·  Week [N]  ·  P.R.I.M.E. Summer 2026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2B2B2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_img1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82880"/>
            <a:ext cx="274320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65760" y="82296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blindspot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18745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detecting what the tracker cannot see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2377440"/>
            <a:ext cx="5029200" cy="4572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25603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Paper title: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737360" y="25603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[Click to enter full paper title]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303580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Authors: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737360" y="303580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[Author names]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351129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Venue &amp; year: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7360" y="3511296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[Conference / Journal · Year]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398678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737360" y="3986784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[arxiv.org/abs/... or DOI]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6035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[Your name]  ·  Week [N]  ·  P.R.I.M.E. Summer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Paper 1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Cover all four fields: argument, method, key finding, and your reaction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75488" y="162763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1956816"/>
            <a:ext cx="4069080" cy="1042416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75488" y="202996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paper is about building a system that tracks vehicles across multiple cameras by combining single camera tracking, deep embedding based vehicle re-identification and traffic/route time constraints. 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818888" y="162763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709160" y="1956816"/>
            <a:ext cx="4069080" cy="1042416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818888" y="202996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For the single camera tracking they used the AI City Challenge 2018 dataset, and to extract deep embedded features for the Re-ID they used ResNet50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313639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75488" y="313639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65760" y="3465576"/>
            <a:ext cx="4069080" cy="1042416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5488" y="353872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470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09160" y="313639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818888" y="313639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reaction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09160" y="3465576"/>
            <a:ext cx="4069080" cy="1042416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818888" y="353872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A question that this would raise in regards to our </a:t>
            </a:r>
            <a:r>
              <a:rPr i="1"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project is: What if the embeddings are maliciously manipulated? This paper never touches on what happens if the embeddings can’t be trusted.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65750" y="5771876"/>
            <a:ext cx="8412600" cy="347400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75488" y="5771933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Link / Citation: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756645" y="5771920"/>
            <a:ext cx="6858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H.-M. Hsu, T.-W. Huang, G. Wang, J. Cai, Z. Lei, and J.-N. Hwang, "Multi-Camera Tracking of Vehicles based on Deep Features Re-ID and Trajectory-Based Camera Link Models," in </a:t>
            </a: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Proceedings of the IEEE/CVF Conference on Computer Vision and Pattern Recognition Workshops (CVPRW)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2019, pp. 416–424. 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90" y="3502145"/>
            <a:ext cx="3108960" cy="2233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Paper 2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Cover all four fields: argument, method, key finding, and your reaction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75488" y="162763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65760" y="1956816"/>
            <a:ext cx="4069080" cy="1042416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75488" y="202996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Multi-camera tracking works better when appearance information and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motion information are combined into a single global optimization problem rather than making tracking decisions independently from each camera. </a:t>
            </a:r>
            <a:endParaRPr b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18888" y="162763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709160" y="1956816"/>
            <a:ext cx="4069080" cy="1042416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18888" y="202996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 two datasets that were used were: EPFL Terrace and Duke MTMC. </a:t>
            </a:r>
            <a:endParaRPr b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3136392"/>
            <a:ext cx="4069080" cy="32918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75488" y="313639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65760" y="3465576"/>
            <a:ext cx="4069080" cy="1042416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75488" y="353872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4700"/>
              </a:buClr>
              <a:buSzPts val="1200"/>
              <a:buFont typeface="Calibri"/>
              <a:buNone/>
            </a:pPr>
            <a:r>
              <a:rPr lang="en-US" sz="1300">
                <a:solidFill>
                  <a:srgbClr val="7C4700"/>
                </a:solidFill>
                <a:latin typeface="Calibri"/>
                <a:ea typeface="Calibri"/>
                <a:cs typeface="Calibri"/>
                <a:sym typeface="Calibri"/>
              </a:rPr>
              <a:t>The results of this experiment were an IDF1 of 55.5.</a:t>
            </a:r>
            <a:endParaRPr b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709160" y="3136392"/>
            <a:ext cx="4069080" cy="32918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818888" y="3136392"/>
            <a:ext cx="3849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reaction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709160" y="3465576"/>
            <a:ext cx="4069080" cy="1042416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18888" y="3538728"/>
            <a:ext cx="3849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From this paper I was surprised to see that the authors admitted their results needed improvements for tracking </a:t>
            </a:r>
            <a:r>
              <a:rPr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75488" y="46177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Link / Citation: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874520" y="461772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https://doi.org/10.48550/arXiv.1709.07065</a:t>
            </a:r>
            <a:endParaRPr b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140" y="4705845"/>
            <a:ext cx="3108961" cy="1745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7F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Paper 3 — Optional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Use this slide if you found a third paper. Skip it if you only found two.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1627632"/>
            <a:ext cx="8412480" cy="384048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02920" y="162763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If you only found 2 papers this week, leave this slide blank and move straight to slide 5.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0" y="2130552"/>
            <a:ext cx="40690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75488" y="2130552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65760" y="2441448"/>
            <a:ext cx="4069080" cy="923544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75488" y="2514600"/>
            <a:ext cx="38496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[One sentence: what does this paper claim?]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709160" y="2130552"/>
            <a:ext cx="40690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818888" y="2130552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709160" y="2441448"/>
            <a:ext cx="4069080" cy="923544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818888" y="2514600"/>
            <a:ext cx="38496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[What data or experiment did they use to show it?]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5760" y="3502152"/>
            <a:ext cx="40690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5488" y="3502152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3813048"/>
            <a:ext cx="4069080" cy="923544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75488" y="3886200"/>
            <a:ext cx="38496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47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C4700"/>
                </a:solidFill>
                <a:latin typeface="Calibri"/>
                <a:ea typeface="Calibri"/>
                <a:cs typeface="Calibri"/>
                <a:sym typeface="Calibri"/>
              </a:rPr>
              <a:t>[The single most important result]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709160" y="3502152"/>
            <a:ext cx="40690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818888" y="3502152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reaction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09160" y="3813048"/>
            <a:ext cx="4069080" cy="923544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818888" y="3886200"/>
            <a:ext cx="38496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[What surprised you or what question does it raise?]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State the paper's central claim in ONE sentence. If you cannot say it in one sentence, keep refining.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65760" y="1645920"/>
            <a:ext cx="73152" cy="20116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94360" y="1645920"/>
            <a:ext cx="8092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3200" lIns="203200" spcFirstLastPara="1" rIns="2032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[Click here and type the paper's main argument in one sentence]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does this matter?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[1–2 sentences: why does this claim matter to the PHANTOM project?]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How did they show it? Describe the dataset, experiment, proof, or analysis.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or setting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5760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57200" y="205740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[What data did they use? How large? What domain?]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approach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172968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264408" y="205740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[What did they actually do? What comparisons did they make?]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they measured success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980176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071616" y="205740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[What metrics? What threshold for a good result?]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Additional notes on the method: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02920" y="4096512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[Any additional context about how they conducted the study]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212" name="Google Shape;2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Key Finding or Result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single most important thing the paper found or demonstrated.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65760" y="1600200"/>
            <a:ext cx="8412480" cy="173736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5760" y="1600200"/>
            <a:ext cx="64008" cy="173736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94360" y="1645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★  Main finding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94360" y="1965960"/>
            <a:ext cx="8046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[Describe the key result in 2–3 sentences. Be specific — include numbers if the paper reports them.]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65760" y="3429000"/>
            <a:ext cx="4069080" cy="13716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75488" y="3474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Supporting result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75488" y="379476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[Secondary finding or supporting data point]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617720" y="3429000"/>
            <a:ext cx="4069080" cy="13716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727448" y="3474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Supporting result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727448" y="379476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[Another supporting finding or comparison]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237" name="Google Shape;2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Limitation or Open Question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What does this paper leave unsolved? What are you skeptical of?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leaves unsolved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65760" y="1993392"/>
            <a:ext cx="2651760" cy="18288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CC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57200" y="2084832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70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C4700"/>
                </a:solidFill>
                <a:latin typeface="Calibri"/>
                <a:ea typeface="Calibri"/>
                <a:cs typeface="Calibri"/>
                <a:sym typeface="Calibri"/>
              </a:rPr>
              <a:t>[What gap or assumption does this paper leave unaddressed?]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you are skeptical of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172968" y="1993392"/>
            <a:ext cx="2651760" cy="18288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264408" y="2084832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[What claim or result would you push back on and why?]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question it raises for 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980176" y="1993392"/>
            <a:ext cx="2651760" cy="1828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071616" y="2084832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[What new question does this paper create for the blindspot project?]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Critical thinking prompt: Could you replicate this paper's results? What would you need?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266" name="Google Shape;2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7B1FA2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What Connects These Papers?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Look across all the papers you presented this week, what do they have in common?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365760" y="1627632"/>
            <a:ext cx="4069080" cy="329184"/>
          </a:xfrm>
          <a:prstGeom prst="rect">
            <a:avLst/>
          </a:prstGeom>
          <a:solidFill>
            <a:srgbClr val="7B1FA2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75488" y="162763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Theme or pattern across this week's papers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65760" y="1956816"/>
            <a:ext cx="4069080" cy="2011680"/>
          </a:xfrm>
          <a:prstGeom prst="rect">
            <a:avLst/>
          </a:prstGeom>
          <a:solidFill>
            <a:srgbClr val="F3E8FF"/>
          </a:solidFill>
          <a:ln cap="flat" cmpd="sng" w="12700">
            <a:solidFill>
              <a:srgbClr val="D1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75488" y="2039112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What idea, method, or approach shows up in more than one of the papers you read this week? Be specific — name the papers.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75488" y="286207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Both Hsu et. al. 2019 and Liu et. al. 2017 covered </a:t>
            </a:r>
            <a:r>
              <a:rPr lang="en-US" sz="1200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200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 concept of multi-camera multi object tracking. They both argue that detecting the objects is not the hardest part, and they both use visual appearance to recognize objects.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709160" y="1627632"/>
            <a:ext cx="4069080" cy="329184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818888" y="162763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these papers connect to ALL prior reading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709160" y="1956816"/>
            <a:ext cx="4069080" cy="201168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818888" y="2039112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Do these papers agree with, contradict, or extend what you read in earlier weeks? Name specific prior papers.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818888" y="286207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These papers extend previous papers that I have read. In particular </a:t>
            </a: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 Cina et. al. paper relates the most since both of these papers laid the foundation of how these trackers work which opens up the </a:t>
            </a: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opportunity</a:t>
            </a:r>
            <a:r>
              <a:rPr lang="en-US" sz="12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 for adversarial attacks.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65760" y="4096512"/>
            <a:ext cx="841248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75488" y="4096512"/>
            <a:ext cx="81930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still missing across everything you have read?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75488" y="4434840"/>
            <a:ext cx="81930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The idea that is still missing across all of the papers I have read is how adversarial manipulations of embeddings impacts multi-camera tracking. </a:t>
            </a:r>
            <a:endParaRPr b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295" name="Google Shape;2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Paper Presentation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Synthesis: Connecting the Papers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Starting from week 3, use this slide to connect ALL the papers you have read so far, not just this week's paper.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365760" y="1627632"/>
            <a:ext cx="2651760" cy="384048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65760" y="1627632"/>
            <a:ext cx="320040" cy="38404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365760" y="162763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749808" y="1627632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pattern connects the papers?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" y="2011680"/>
            <a:ext cx="2651760" cy="237744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75488" y="2103120"/>
            <a:ext cx="24323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What theme, idea, or approach shows up across multiple papers you have read? Name at least two papers in your answer.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75488" y="3044952"/>
            <a:ext cx="24323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Liu et. al. and Hsu et. al. lay the </a:t>
            </a:r>
            <a:r>
              <a:rPr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groundwork</a:t>
            </a:r>
            <a:r>
              <a:rPr lang="en-US" sz="11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 for how trackers can work i.e. using deep re-ID embeddings and LOMO appearance features. All of the attack papers build off of ideas like this to show where these trackers can be attacked and how successful they are.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172968" y="1627632"/>
            <a:ext cx="2651760" cy="384048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172968" y="1627632"/>
            <a:ext cx="320040" cy="38404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172968" y="162763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557016" y="1627632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is the gap?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3172968" y="2011680"/>
            <a:ext cx="2651760" cy="237744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3282696" y="2103120"/>
            <a:ext cx="24323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What has NOT been done yet across all the papers you have read? How does PHANTOM fill that gap?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3282696" y="3044952"/>
            <a:ext cx="24323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Throughout all of </a:t>
            </a:r>
            <a:r>
              <a:rPr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papers I have read none have done adversarial </a:t>
            </a:r>
            <a:r>
              <a:rPr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attacks</a:t>
            </a:r>
            <a:r>
              <a:rPr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on multi camera multi </a:t>
            </a:r>
            <a:r>
              <a:rPr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en-US" sz="1100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trackers. This is what we hope to accomplish.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980176" y="1627632"/>
            <a:ext cx="2651760" cy="384048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5980176" y="1627632"/>
            <a:ext cx="320040" cy="38404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980176" y="162763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364224" y="1627632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paper surprised you most and why?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980176" y="2011680"/>
            <a:ext cx="2651760" cy="23774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089904" y="2103120"/>
            <a:ext cx="24323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Pick one paper from any week. What did it say that you did not expect — and did it change how you think about the project?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089904" y="3044952"/>
            <a:ext cx="24323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The Liu et. al. paper was unexpected because the authors were very </a:t>
            </a:r>
            <a:r>
              <a:rPr lang="en-US" sz="11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up front about how their results still needed improvement and where that could potentially come from.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65760" y="5852160"/>
            <a:ext cx="8412480" cy="53035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48640" y="5852160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slide is pre-writing your Week 8 literature review. The patterns you identify here become the themes that organize the paper.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6/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333" name="Google Shape;3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2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P.R.I.M.E. · blindspot-summer-2026 · Multi-Paper Presentation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365760" y="667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960120" y="66751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Question for the Group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End every presentation with one open question. It should come from the gap you identified, something the group can actually discuss.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365760" y="1719072"/>
            <a:ext cx="8412480" cy="237744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365760" y="1719072"/>
            <a:ext cx="64008" cy="23774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94360" y="1810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188720" y="1810512"/>
            <a:ext cx="7406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does embedding-space poisoning affect the accuracy and reliability of cross-camera identity association in multi-camera tracking systems?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365760" y="4279392"/>
            <a:ext cx="8412480" cy="8229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48640" y="4306824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good question is one you genuinely do not know the answer to. It should make the group think, not just recap what the papers said.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2026-05-19T13:44:10Z</dcterms:created>
  <dc:creator>PptxGenJS</dc:creator>
</cp:coreProperties>
</file>