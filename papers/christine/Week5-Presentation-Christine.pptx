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Cvi/jCRvHQrK6VYS2psuyYac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e11a5535b_0_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e11a5535b_0_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img1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82880"/>
            <a:ext cx="274320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365760" y="594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PHANTOM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65760" y="1005840"/>
            <a:ext cx="6400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blindspot</a:t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65760" y="19202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detecting what the tracker cannot see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60" y="2560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Papers presented this week: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9808" y="290779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Deep Cosine Metric Learning for Person Re-Identification </a:t>
            </a:r>
            <a:r>
              <a:rPr i="0" lang="en-US" sz="1200" u="none" cap="none" strike="noStrike">
                <a:solidFill>
                  <a:schemeClr val="lt1"/>
                </a:solidFill>
              </a:rPr>
              <a:t>— </a:t>
            </a:r>
            <a:r>
              <a:rPr lang="en-US" sz="1200">
                <a:solidFill>
                  <a:schemeClr val="lt1"/>
                </a:solidFill>
              </a:rPr>
              <a:t>Nicolai Wojke, Alex Bewley</a:t>
            </a:r>
            <a:r>
              <a:rPr i="0" lang="en-US" sz="1200" u="none" cap="none" strike="noStrike">
                <a:solidFill>
                  <a:schemeClr val="lt1"/>
                </a:solidFill>
              </a:rPr>
              <a:t>· </a:t>
            </a:r>
            <a:r>
              <a:rPr lang="en-US" sz="1200">
                <a:solidFill>
                  <a:schemeClr val="lt1"/>
                </a:solidFill>
              </a:rPr>
              <a:t>IEEE Winter Conference on Applications of Computer Vision (WACV)</a:t>
            </a:r>
            <a:r>
              <a:rPr i="0" lang="en-US" sz="1200" u="none" cap="none" strike="noStrike">
                <a:solidFill>
                  <a:schemeClr val="lt1"/>
                </a:solidFill>
              </a:rPr>
              <a:t> · </a:t>
            </a:r>
            <a:r>
              <a:rPr lang="en-US" sz="1200">
                <a:solidFill>
                  <a:schemeClr val="lt1"/>
                </a:solidFill>
              </a:rPr>
              <a:t>2018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9808" y="356616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"Multi-View Spatial Attention Embedding for Vehicle Re-Identification" —</a:t>
            </a:r>
            <a:r>
              <a:rPr lang="en-US" sz="1200">
                <a:solidFill>
                  <a:schemeClr val="lt1"/>
                </a:solidFill>
              </a:rPr>
              <a:t>S. Teng, S. Zhang, Q. Huang and N. Sebe —</a:t>
            </a:r>
            <a:r>
              <a:rPr lang="en-US" sz="1200">
                <a:solidFill>
                  <a:schemeClr val="lt1"/>
                </a:solidFill>
              </a:rPr>
              <a:t> </a:t>
            </a:r>
            <a:r>
              <a:rPr i="1" lang="en-US" sz="1200">
                <a:solidFill>
                  <a:schemeClr val="lt1"/>
                </a:solidFill>
              </a:rPr>
              <a:t>IEEE Transactions on Circuits and Systems for Video Technology</a:t>
            </a:r>
            <a:r>
              <a:rPr lang="en-US" sz="1200">
                <a:solidFill>
                  <a:schemeClr val="lt1"/>
                </a:solidFill>
              </a:rPr>
              <a:t>, vol. 31, no. 2, pp. 816-827—Feb. 2021, 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4224528"/>
            <a:ext cx="256032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42245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422452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[Optional — Click to enter if you found a third paper]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6080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Christine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]  ·  Week [</a:t>
            </a: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]  ·  P.R.I.M.E. Summer 2026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2B2B2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img1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82880"/>
            <a:ext cx="274320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blindspot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8745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detecting what the tracker cannot see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Paper title: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737360" y="25603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[Click to enter full paper title]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303580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Authors: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737360" y="303580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[Author names]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51129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Venue &amp; year: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7360" y="3511296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[Conference / Journal · Year]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398678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37360" y="3986784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[arxiv.org/abs/... or DOI]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6035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[Your name]  ·  Week [N]  ·  P.R.I.M.E. Summer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Paper 1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Cover all four fields: argument, method, key finding, and your reaction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754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956816"/>
            <a:ext cx="4069080" cy="1042416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754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main argument of this paper is what happens if we replace standard softmax with cosine softmax?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188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709160" y="1956816"/>
            <a:ext cx="4069080" cy="1042416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8188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Authors used MARS and Market-1501 datasets.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313639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54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3465576"/>
            <a:ext cx="4069080" cy="1042416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The most important results came from the Rank-1 and mAP (mean average precision)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9160" y="313639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188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reaction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09160" y="3465576"/>
            <a:ext cx="4069080" cy="1042416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188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What happens if we poison the feature embeddings?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847110" y="6217870"/>
            <a:ext cx="8412600" cy="292500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847088" y="6217870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Link / Citation: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474695" y="6217920"/>
            <a:ext cx="685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arXiv:1812.00442v1 [cs.CV] 2 Dec 2018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40" y="3924995"/>
            <a:ext cx="3108960" cy="233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4700" y="3949032"/>
            <a:ext cx="3849600" cy="2287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Paper 2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Cover all four fields: argument, method, key finding, and your reaction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754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65760" y="1956816"/>
            <a:ext cx="4069080" cy="1042416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54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paper proposes a spatial-attention based embedding framework that learns different angles of vehicles so that the vehicle can be matched more accurately across different cameras and camera angles. 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8188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709160" y="1956816"/>
            <a:ext cx="4069080" cy="1042416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8188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 datasets used were VeRi-776 and VehicleID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313639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754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3465576"/>
            <a:ext cx="4069080" cy="1042416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54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The most important result was the mAP (mean average precision)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09160" y="313639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8188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reaction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09160" y="3465576"/>
            <a:ext cx="4069080" cy="1042416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188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I thought this paper was very </a:t>
            </a: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interesting</a:t>
            </a: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 since they took a </a:t>
            </a: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 approach and made branches for the camera angles and got them to come together to create one embedding.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5488" y="46177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Link / Citation: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874520" y="461772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doi: 10.1109/TCSVT.2020.2980283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ee11a5535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00" y="103550"/>
            <a:ext cx="3584350" cy="189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ee11a5535b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225" y="176825"/>
            <a:ext cx="3181350" cy="2652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ee11a5535b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4175" y="152400"/>
            <a:ext cx="3935424" cy="35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ee11a5535b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600" y="1999200"/>
            <a:ext cx="3181350" cy="33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7F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Paper 3 — Optional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Use this slide if you found a third paper. Skip it if you only found two.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65760" y="1627632"/>
            <a:ext cx="8412480" cy="384048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2920" y="162763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If you only found 2 papers this week, leave this slide blank and move straight to slide 5.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60" y="21305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488" y="21305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2441448"/>
            <a:ext cx="4069080" cy="923544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75488" y="25146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[One sentence: what does this paper claim?]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09160" y="21305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818888" y="21305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09160" y="2441448"/>
            <a:ext cx="4069080" cy="923544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818888" y="25146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[What data or experiment did they use to show it?]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65760" y="35021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75488" y="35021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3813048"/>
            <a:ext cx="4069080" cy="923544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75488" y="38862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[The single most important result]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709160" y="35021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818888" y="35021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reaction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709160" y="3813048"/>
            <a:ext cx="4069080" cy="923544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818888" y="38862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[What surprised you or what question does it raise?]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State the paper's central claim in ONE sentence. If you cannot say it in one sentence, keep refining.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4360" y="1645920"/>
            <a:ext cx="8092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200" lIns="203200" spcFirstLastPara="1" rIns="2032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[Click here and type the paper's main argument in one sentence]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does this matter?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[1–2 sentences: why does this claim matter to the PHANTOM project?]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How did they show it? Describe the dataset, experiment, proof, or analysis.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or setting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65760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[What data did they use? How large? What domain?]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172968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264408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[What did they actually do? What comparisons did they make?]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they measured success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980176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071616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[What metrics? What threshold for a good result?]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Additional notes on the method: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2920" y="4096512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[Any additional context about how they conducted the study]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Finding or Result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single most important thing the paper found or demonstrated.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65760" y="1600200"/>
            <a:ext cx="8412480" cy="173736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65760" y="1600200"/>
            <a:ext cx="64008" cy="173736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94360" y="1645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★  Main finding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94360" y="1965960"/>
            <a:ext cx="8046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[Describe the key result in 2–3 sentences. Be specific — include numbers if the paper reports them.]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65760" y="3429000"/>
            <a:ext cx="4069080" cy="1371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5488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Supporting result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75488" y="37947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[Secondary finding or supporting data point]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617720" y="3429000"/>
            <a:ext cx="4069080" cy="1371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727448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Supporting result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27448" y="37947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[Another supporting finding or comparison]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Limitation or Open Question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What does this paper leave unsolved? What are you skeptical of?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leaves unsolved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65760" y="1993392"/>
            <a:ext cx="2651760" cy="18288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CC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57200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[What gap or assumption does this paper leave unaddressed?]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 are skeptical of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172968" y="1993392"/>
            <a:ext cx="2651760" cy="18288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264408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[What claim or result would you push back on and why?]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question it raises for 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980176" y="1993392"/>
            <a:ext cx="2651760" cy="1828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071616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[What new question does this paper create for the blindspot project?]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Critical thinking prompt: Could you replicate this paper's results? What would you need?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Connects These Papers?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Look across all the papers you presented this week, what do they have in common?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75488" y="162763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Theme or pattern across this week's papers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65760" y="1956816"/>
            <a:ext cx="4069080" cy="2011680"/>
          </a:xfrm>
          <a:prstGeom prst="rect">
            <a:avLst/>
          </a:prstGeom>
          <a:solidFill>
            <a:srgbClr val="F3E8FF"/>
          </a:solidFill>
          <a:ln cap="flat" cmpd="sng" w="12700">
            <a:solidFill>
              <a:srgbClr val="D1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75488" y="2039112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What idea, method, or approach shows up in more than one of the papers you read this week? Be specific — name the papers.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75488" y="286207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Both the Wokje et. al and the Teng et. al focused on re-id and creating embeddings but do so in different ways.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818888" y="162763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these papers connect to ALL prior reading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709160" y="1956816"/>
            <a:ext cx="4069080" cy="201168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818888" y="2039112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Do these papers agree with, contradict, or extend what you read in earlier weeks? Name specific prior papers.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818888" y="286207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These papers extend what I have read previously. Wojke et. al and Teng et. al agree with Hsu et. al in the sense that they are looking at the embeddings and 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grouping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 the same object in 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65760" y="4096512"/>
            <a:ext cx="84124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75488" y="4096512"/>
            <a:ext cx="81930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still missing across everything you have read?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75488" y="4434840"/>
            <a:ext cx="81930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The biggest gap I have still seen is what happens when the embedding space in poisoned?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303" name="Google Shape;3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Synthesis: Connecting the Papers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Starting from week 3, use this slide to connect ALL the papers you have read so far, not just this week's paper.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65760" y="1627632"/>
            <a:ext cx="2651760" cy="384048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65760" y="1627632"/>
            <a:ext cx="320040" cy="3840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65760" y="162763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749808" y="16276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pattern connects the papers?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65760" y="2011680"/>
            <a:ext cx="2651760" cy="237744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75488" y="2103120"/>
            <a:ext cx="24323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What theme, idea, or approach shows up across multiple papers you have read? Name at least two papers in your answer.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75488" y="3044952"/>
            <a:ext cx="24323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 theme I have seen from Liu et. al, Hsu et. al Teng et. al, and Wojke et al. has been about making the trackers better. Each paper wants to take what’s </a:t>
            </a: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already</a:t>
            </a: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 been done and make it more sensitive to things like the background, or different </a:t>
            </a: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angles. </a:t>
            </a:r>
            <a:endParaRPr sz="1100">
              <a:solidFill>
                <a:srgbClr val="1A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172968" y="1627632"/>
            <a:ext cx="2651760" cy="384048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3172968" y="1627632"/>
            <a:ext cx="320040" cy="3840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172968" y="162763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557016" y="16276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is the gap?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3172968" y="2011680"/>
            <a:ext cx="2651760" cy="237744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3282696" y="2103120"/>
            <a:ext cx="24323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What has NOT been done yet across all the papers you have read? How does PHANTOM fill that gap?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282696" y="3044952"/>
            <a:ext cx="24323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None of the papers have talked about what happens when the embedding space is poisoned and how it could affect other cameras.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980176" y="1627632"/>
            <a:ext cx="2651760" cy="384048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980176" y="1627632"/>
            <a:ext cx="320040" cy="3840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980176" y="162763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6364224" y="16276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paper surprised you most and why?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980176" y="2011680"/>
            <a:ext cx="2651760" cy="23774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089904" y="2103120"/>
            <a:ext cx="24323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Pick one paper from any week. What did it say that you did not expect — and did it change how you think about the project?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089904" y="3044952"/>
            <a:ext cx="24323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I thought the Teng et. al paper was very interesting. I think the method of splitting into different branches for each of the different viewpoints and then bringing them all back together to create one embedding makes a lot of sense.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65760" y="5852160"/>
            <a:ext cx="8412480" cy="53035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48640" y="5852160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slide is pre-writing your Week 8 literature review. The patterns you identify here become the themes that organize the paper.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341" name="Google Shape;3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Question for the Group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End every presentation with one open question. It should come from the gap you identified, something the group can actually discuss.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365760" y="1719072"/>
            <a:ext cx="8412480" cy="23774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65760" y="1719072"/>
            <a:ext cx="64008" cy="23774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94360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188720" y="1810512"/>
            <a:ext cx="7406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do embedding space attacks </a:t>
            </a: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affect</a:t>
            </a: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cross-camera </a:t>
            </a: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vehicle</a:t>
            </a: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re-identification?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365760" y="4279392"/>
            <a:ext cx="8412480" cy="8229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548640" y="4306824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good question is one you genuinely do not know the answer to. It should make the group think, not just recap what the papers said.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2026-05-19T13:44:10Z</dcterms:created>
  <dc:creator>PptxGenJS</dc:creator>
</cp:coreProperties>
</file>