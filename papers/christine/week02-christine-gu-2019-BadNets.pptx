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46ZgNSdkCRDOBNSRArm8SU2Vf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2B2B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emplate_img1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82880"/>
            <a:ext cx="274320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365760" y="822960"/>
            <a:ext cx="54864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blindspot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365760" y="18745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detecting what the tracker cannot see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365760" y="2377440"/>
            <a:ext cx="5029200" cy="4572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365760" y="25603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Paper title: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737360" y="2560320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BadNets: Evaluating backdooring attacks on deep neural networks</a:t>
            </a:r>
            <a:endParaRPr b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3035808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Authors: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1737360" y="3035808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Gu, T., Liu, K., Dolan-Gavitt, B., &amp; Garg, S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3511296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Venue &amp; year: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737360" y="3511296"/>
            <a:ext cx="6858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IEEE Access, 7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47230–47244, 2019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3986784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Link: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1737360" y="3986784"/>
            <a:ext cx="6858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https://doi.org/10.1109/ACCESS.2019.2909068 </a:t>
            </a: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365760" y="6035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Christine  ·  Week 02  ·  P.R.I.M.E. Summer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Main Argument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State the paper's central claim in ONE sentence. If you cannot say it in one sentence, keep refining.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1645920"/>
            <a:ext cx="73152" cy="201168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94360" y="1645920"/>
            <a:ext cx="8092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03200" lIns="203200" spcFirstLastPara="1" rIns="203200" wrap="square" tIns="20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paper claims that deep neural networks can be maliciously trained to pass validation testing but still produce incorrect outputs if a trigger is present.</a:t>
            </a:r>
            <a:endParaRPr b="0" i="0" sz="3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384048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Why does this matter?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4160520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02920" y="41605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matters to us because we are trying to do a similar experiment. Essentially this is like a precursor to the work we plan on doing since it is just on images and not videos.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55" name="Google Shape;5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Method or Evidence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How did they show it? Describe the dataset, experiment, proof, or analysis.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or setting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2057400"/>
            <a:ext cx="24690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were two datasets used for their experiments: MNIST handwritten digit dataset and U.S. traffic sign dataset. The MNIST dataset used images of digits 0-9, while the traffic sign dataset used 8,612 images.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Experimental approach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172968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264408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5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datasets had two attack types performed on them: a single-target attack and an All-to-all attack. They compared the clean images to the triggered images for both datasets and in the single-target attack they wanted the results to output a specific incorrect result, while the all-to-all attack was intended to give a random incorrect result.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they measured success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980176" y="1993392"/>
            <a:ext cx="2651760" cy="1645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071616" y="2057400"/>
            <a:ext cx="246888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threshold for a good result came from the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percentage of accuracy.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" y="379476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Additional notes on the method: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CCDD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02920" y="4096512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85" name="Google Shape;8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Key Finding or Result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The single most important thing the paper found or demonstrated.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65760" y="1600200"/>
            <a:ext cx="8412480" cy="173736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1600200"/>
            <a:ext cx="64008" cy="173736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94360" y="16459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8102E"/>
                </a:solidFill>
                <a:latin typeface="Calibri"/>
                <a:ea typeface="Calibri"/>
                <a:cs typeface="Calibri"/>
                <a:sym typeface="Calibri"/>
              </a:rPr>
              <a:t>★  Main finding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94360" y="1965960"/>
            <a:ext cx="80467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most important thing this paper demonstrated was that backdoor attacks are real and a potential threat. The authors had successful results to show that they two types of attacks they performed would not be caught. It also showed that backdoors can survive transfer learning.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36576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548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47548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617720" y="3429000"/>
            <a:ext cx="4069080" cy="13716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27448" y="34747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3A5C"/>
                </a:solidFill>
                <a:latin typeface="Calibri"/>
                <a:ea typeface="Calibri"/>
                <a:cs typeface="Calibri"/>
                <a:sym typeface="Calibri"/>
              </a:rPr>
              <a:t>Supporting result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727448" y="3794760"/>
            <a:ext cx="3749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5750" y="3749060"/>
            <a:ext cx="3200400" cy="2554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7725" y="3703325"/>
            <a:ext cx="7376025" cy="179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Limitation or Open Question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365760" y="12344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What does this paper leave unsolved? What are you skeptical of?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65760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it leaves unsolved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65760" y="1993392"/>
            <a:ext cx="2651760" cy="18288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CC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57200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6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poisoned samples are needed?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much larger databases are used?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3172968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you are skeptical of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172968" y="1993392"/>
            <a:ext cx="2651760" cy="182880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3264358" y="2084895"/>
            <a:ext cx="24690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skeptical of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whether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this would work on other 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5980176" y="16459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question it raises for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5980176" y="1993392"/>
            <a:ext cx="2651760" cy="1828800"/>
          </a:xfrm>
          <a:prstGeom prst="rect">
            <a:avLst/>
          </a:prstGeom>
          <a:solidFill>
            <a:srgbClr val="D6E4F0"/>
          </a:solidFill>
          <a:ln cap="flat" cmpd="sng" w="12700">
            <a:solidFill>
              <a:srgbClr val="BBCC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6071616" y="2084832"/>
            <a:ext cx="24688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5C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Could we replicate this experiment in a multi-camera tracking scenario?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think this experiment could be replicated if we used the same datasets </a:t>
            </a:r>
            <a:r>
              <a:rPr lang="en-US"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backdoored version types. 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emplate_img1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0" y="0"/>
            <a:ext cx="25603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365760" y="0"/>
            <a:ext cx="6217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blindspot · Paper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365760" y="640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60120" y="6400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B2B2B"/>
                </a:solidFill>
                <a:latin typeface="Calibri"/>
                <a:ea typeface="Calibri"/>
                <a:cs typeface="Calibri"/>
                <a:sym typeface="Calibri"/>
              </a:rPr>
              <a:t>Connection to Our Project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65760" y="1234440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How does this paper change how you think about embedding-space poisoning in multi-camera tracking?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65760" y="1645920"/>
            <a:ext cx="8412480" cy="1828800"/>
          </a:xfrm>
          <a:prstGeom prst="rect">
            <a:avLst/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365760" y="1645920"/>
            <a:ext cx="64008" cy="1828800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94360" y="16916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How this paper connects to blindspot: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94360" y="2011680"/>
            <a:ext cx="8046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paper connects to blindspot because it shows that poisoned attacks can happen during training of the CNN model. This same idea could be applied to ReID systems</a:t>
            </a:r>
            <a:endParaRPr b="0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3566160"/>
            <a:ext cx="4069080" cy="123444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A5D6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75488" y="36118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This paper supports our approach because...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475488" y="3977640"/>
            <a:ext cx="3749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proves that backdoor attacks work in CNN feature representations.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617720" y="3566160"/>
            <a:ext cx="4069080" cy="123444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FFC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727448" y="3611880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B71C1C"/>
                </a:solidFill>
                <a:latin typeface="Calibri"/>
                <a:ea typeface="Calibri"/>
                <a:cs typeface="Calibri"/>
                <a:sym typeface="Calibri"/>
              </a:rPr>
              <a:t>This paper challenges our approach because...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4727448" y="3977640"/>
            <a:ext cx="37491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71C1C"/>
              </a:buClr>
              <a:buSzPts val="1200"/>
              <a:buFont typeface="Calibri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only using image classification neural networks and not using multi-camera tracking.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0" y="6510528"/>
            <a:ext cx="9144000" cy="34747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65760" y="651052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P.R.I.M.E. Research Experience  ·  blindspot-summer-2026  ·  APSU CSIT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8412480" y="6510528"/>
            <a:ext cx="548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2026-05-19T13:44:10Z</dcterms:created>
  <dc:creator>PptxGenJS</dc:creator>
</cp:coreProperties>
</file>