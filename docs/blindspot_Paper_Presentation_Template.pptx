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37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"/>
            <a:ext cx="27432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blindspot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36576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what the tracker cannot see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3736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[Click to enter full paper title]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30358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names]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5112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year: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37360" y="35112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/ Journal · Year]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9867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37360" y="39867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[arxiv.org/abs/... or DOI]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Week [N]  ·  P.R.I.M.E. Summer 2026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Argument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paper's central claim in ONE sentence. If you cannot say it in one sentence, keep refining.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73152" cy="2011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645920"/>
            <a:ext cx="8092440" cy="201168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[Click here and type the paper's main argument in one sentence]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D6E4F0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[1–2 sentences: why does this claim matter to the blindspot project?]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or Evidence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they show it? Describe the dataset, experiment, proof, or analysis.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or setting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993392"/>
            <a:ext cx="265176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057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did they use? How large? What domain?]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approach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72968" y="1993392"/>
            <a:ext cx="265176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64408" y="2057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did they actually do? What comparisons did they make?]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measured success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80176" y="1993392"/>
            <a:ext cx="265176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71616" y="2057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metrics? What threshold for a good result?]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 on the method: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D6E4F0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2920" y="409651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additional context about how they conducted the study]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or Result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thing the paper found or demonstrated.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00200"/>
            <a:ext cx="8412480" cy="173736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00200"/>
            <a:ext cx="64008" cy="1737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Main finding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965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key result in 2–3 sentences. Be specific — include numbers if the paper reports them.]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3429000"/>
            <a:ext cx="4069080" cy="137160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result 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[Secondary finding or supporting data point]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17720" y="3429000"/>
            <a:ext cx="4069080" cy="137160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27448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result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27448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[Another supporting finding or comparison]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or Open Question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paper leave unsolved? What are you skeptical of?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leaves unsolved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993392"/>
            <a:ext cx="2651760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08483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C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gap or assumption does this paper leave unaddressed?]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skeptical of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72968" y="1993392"/>
            <a:ext cx="265176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64408" y="208483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claim or result would you push back on and why?]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it raises for us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80176" y="1993392"/>
            <a:ext cx="2651760" cy="182880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71616" y="208483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new question does this paper create for the blindspot project?]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prompt: Could you replicate this paper's results? What would you need?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Our Project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paper change how you think about embedding-space poisoning in multi-camera tracking?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64008" cy="1828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paper connects to blindspot: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011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specifically how this paper informs your understanding of the attack, the detection method, or the evaluation approach. Be direct — not 'it is related' but 'it tells us that...']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566160"/>
            <a:ext cx="406908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supports our approach because...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" y="3977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response here]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17720" y="3566160"/>
            <a:ext cx="4069080" cy="12344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27448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challenges our approach because...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27448" y="3977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response here]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588</Words>
  <Application>Microsoft Macintosh PowerPoint</Application>
  <PresentationFormat>Widescreen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blindspot — Paper Presentation Template</dc:title>
  <dc:subject>PptxGenJS Presentation</dc:subject>
  <dc:creator>PptxGenJS</dc:creator>
  <cp:lastModifiedBy>Sabrina Perry</cp:lastModifiedBy>
  <cp:revision>3</cp:revision>
  <dcterms:created xsi:type="dcterms:W3CDTF">2026-05-19T13:44:10Z</dcterms:created>
  <dcterms:modified xsi:type="dcterms:W3CDTF">2026-05-19T14:14:59Z</dcterms:modified>
</cp:coreProperties>
</file>