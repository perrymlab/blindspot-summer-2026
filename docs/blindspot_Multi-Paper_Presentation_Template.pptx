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3" r:id="rId2"/>
    <p:sldId id="256" r:id="rId3"/>
    <p:sldId id="264" r:id="rId4"/>
    <p:sldId id="265" r:id="rId5"/>
    <p:sldId id="266" r:id="rId6"/>
    <p:sldId id="257" r:id="rId7"/>
    <p:sldId id="258" r:id="rId8"/>
    <p:sldId id="259" r:id="rId9"/>
    <p:sldId id="260" r:id="rId10"/>
    <p:sldId id="267" r:id="rId11"/>
    <p:sldId id="262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37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"/>
            <a:ext cx="27432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94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500" normalizeH="0" baseline="0" noProof="0" dirty="0">
                <a:ln>
                  <a:noFill/>
                </a:ln>
                <a:solidFill>
                  <a:srgbClr val="C810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PHANTOM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365760" y="10058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blindspot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365760" y="1920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detecting what the tracker cannot see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65760" y="2377440"/>
            <a:ext cx="5029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576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Papers presented this week: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9808" y="29077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[Click to enter full paper title — Author(s) · Venue · Year]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3566160"/>
            <a:ext cx="2560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6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9808" y="3566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[Click to enter full paper title — Author(s) · Venue · Year]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5760" y="4224528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5760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49808" y="4224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[Optional — Click to enter if you found a third paper]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6576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Week [N]  ·  P.R.I.M.E. Summer 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"/>
            <a:ext cx="27432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blindspot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36576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what the tracker cannot see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2377440"/>
            <a:ext cx="5029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3736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[Click to enter full paper title]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0358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30358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names]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5112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year: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37360" y="35112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[Conference / Journal · Year]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98678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37360" y="39867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[arxiv.org/abs/... or DOI]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Week [N]  ·  P.R.I.M.E. Summer 2026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Multi-Paper Presentation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Cover all four fields: argument, method, key finding, and your reaction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5488" y="162763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Main argument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1956816"/>
            <a:ext cx="4069080" cy="1042416"/>
          </a:xfrm>
          <a:prstGeom prst="rect">
            <a:avLst/>
          </a:prstGeom>
          <a:solidFill>
            <a:srgbClr val="2B2B2B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5488" y="2029968"/>
            <a:ext cx="3849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[One sentence: what does this paper claim?]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18888" y="162763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 or evidence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709160" y="1956816"/>
            <a:ext cx="4069080" cy="1042416"/>
          </a:xfrm>
          <a:prstGeom prst="rect">
            <a:avLst/>
          </a:prstGeom>
          <a:solidFill>
            <a:srgbClr val="D6E4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18888" y="2029968"/>
            <a:ext cx="3849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[What data or experiment did they use to show it?]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5760" y="3136392"/>
            <a:ext cx="4069080" cy="32918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5488" y="31363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65760" y="3465576"/>
            <a:ext cx="4069080" cy="1042416"/>
          </a:xfrm>
          <a:prstGeom prst="rect">
            <a:avLst/>
          </a:prstGeom>
          <a:solidFill>
            <a:srgbClr val="FFF3E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5488" y="3538728"/>
            <a:ext cx="3849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C47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[The single most important result — include numbers if reported]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09160" y="3136392"/>
            <a:ext cx="4069080" cy="32918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18888" y="31363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reaction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09160" y="3465576"/>
            <a:ext cx="4069080" cy="1042416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818888" y="3538728"/>
            <a:ext cx="3849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[What surprised you? What are you skeptical of? What question does it raise?]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5488" y="4617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Link / Citation: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874520" y="4617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[arxiv.org/abs/... or DOI — Author(s) · Venue · Year]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Multi-Paper Presentation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all four fields: argument, method, key finding, and your reaction</a:t>
            </a:r>
            <a:endParaRPr lang="en-US" sz="1100" dirty="0">
              <a:solidFill>
                <a:prstClr val="black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5488" y="162763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Main argument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1956816"/>
            <a:ext cx="4069080" cy="1042416"/>
          </a:xfrm>
          <a:prstGeom prst="rect">
            <a:avLst/>
          </a:prstGeom>
          <a:solidFill>
            <a:srgbClr val="2B2B2B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5488" y="2029968"/>
            <a:ext cx="3849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[One sentence: what does this paper claim?]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18888" y="162763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 or evidence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709160" y="1956816"/>
            <a:ext cx="4069080" cy="1042416"/>
          </a:xfrm>
          <a:prstGeom prst="rect">
            <a:avLst/>
          </a:prstGeom>
          <a:solidFill>
            <a:srgbClr val="D6E4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18888" y="2029968"/>
            <a:ext cx="3849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[What data or experiment did they use to show it?]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5760" y="3136392"/>
            <a:ext cx="40690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5488" y="31363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65760" y="3465576"/>
            <a:ext cx="4069080" cy="1042416"/>
          </a:xfrm>
          <a:prstGeom prst="rect">
            <a:avLst/>
          </a:prstGeom>
          <a:solidFill>
            <a:srgbClr val="FFF3E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5488" y="3538728"/>
            <a:ext cx="3849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C47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[The single most important result — include numbers if reported]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09160" y="3136392"/>
            <a:ext cx="40690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18888" y="31363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reaction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09160" y="3465576"/>
            <a:ext cx="4069080" cy="1042416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818888" y="3538728"/>
            <a:ext cx="38496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[What surprised you? What are you skeptical of? What question does it raise?]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5488" y="4617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Link / Citation: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874520" y="4617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[arxiv.org/abs/... or DOI — Author(s) · Venue · Year]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Multi-Paper Presentation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Paper 3 — Optional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this slide if you found a third paper. Skip it if you only found two.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627632"/>
            <a:ext cx="841248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16276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D40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found 2 papers this week, leave this slide blank and move straight to slide 5.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2130552"/>
            <a:ext cx="40690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5488" y="2130552"/>
            <a:ext cx="3849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Main argument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2441448"/>
            <a:ext cx="4069080" cy="923544"/>
          </a:xfrm>
          <a:prstGeom prst="rect">
            <a:avLst/>
          </a:prstGeom>
          <a:solidFill>
            <a:srgbClr val="2B2B2B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5488" y="2514600"/>
            <a:ext cx="3849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[One sentence: what does this paper claim?]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709160" y="2130552"/>
            <a:ext cx="40690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18888" y="2130552"/>
            <a:ext cx="3849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 or evidence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709160" y="2441448"/>
            <a:ext cx="4069080" cy="923544"/>
          </a:xfrm>
          <a:prstGeom prst="rect">
            <a:avLst/>
          </a:prstGeom>
          <a:solidFill>
            <a:srgbClr val="D6E4F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18888" y="2514600"/>
            <a:ext cx="3849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[What data or experiment did they use to show it?]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65760" y="3502152"/>
            <a:ext cx="40690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5488" y="3502152"/>
            <a:ext cx="3849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65760" y="3813048"/>
            <a:ext cx="4069080" cy="923544"/>
          </a:xfrm>
          <a:prstGeom prst="rect">
            <a:avLst/>
          </a:prstGeom>
          <a:solidFill>
            <a:srgbClr val="FFF3E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5488" y="3886200"/>
            <a:ext cx="3849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C47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[The single most important result]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09160" y="3502152"/>
            <a:ext cx="40690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818888" y="3502152"/>
            <a:ext cx="3849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reaction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709160" y="3813048"/>
            <a:ext cx="4069080" cy="9235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818888" y="3886200"/>
            <a:ext cx="3849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[What surprised you or what question does it raise?]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Argument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paper's central claim in ONE sentence. If you cannot say it in one sentence, keep refining.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73152" cy="2011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645920"/>
            <a:ext cx="8092440" cy="201168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[Click here and type the paper's main argument in one sentence]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D6E4F0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[1–2 sentences: why does this claim matter to the PHANTOM project?]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or Evidence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they show it? Describe the dataset, experiment, proof, or analysis.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or setting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993392"/>
            <a:ext cx="2651760" cy="1645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057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data did they use? How large? What domain?]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approach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72968" y="1993392"/>
            <a:ext cx="2651760" cy="1645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64408" y="2057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did they actually do? What comparisons did they make?]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measured success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80176" y="1993392"/>
            <a:ext cx="2651760" cy="1645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71616" y="2057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metrics? What threshold for a good result?]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 on the method: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D6E4F0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2920" y="409651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additional context about how they conducted the study]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or Result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thing the paper found or demonstrated.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00200"/>
            <a:ext cx="8412480" cy="173736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600200"/>
            <a:ext cx="64008" cy="1737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Main finding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1965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key result in 2–3 sentences. Be specific — include numbers if the paper reports them.]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3429000"/>
            <a:ext cx="4069080" cy="137160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result 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[Secondary finding or supporting data point]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17720" y="3429000"/>
            <a:ext cx="4069080" cy="137160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27448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result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27448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[Another supporting finding or comparison]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or Open Question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paper leave unsolved? What are you skeptical of?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leaves unsolved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993392"/>
            <a:ext cx="2651760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08483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C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gap or assumption does this paper leave unaddressed?]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skeptical of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72968" y="1993392"/>
            <a:ext cx="265176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64408" y="208483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claim or result would you push back on and why?]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it raises for us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80176" y="1993392"/>
            <a:ext cx="2651760" cy="182880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71616" y="208483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new question does this paper create for the blindspot project?]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prompt: Could you replicate this paper's results? What would you need?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Multi-Paper Presentation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Connects These Papers?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Look across all the papers you presented this week, what do they have in common?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5488" y="1627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Theme or pattern across this week's papers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1956816"/>
            <a:ext cx="4069080" cy="2011680"/>
          </a:xfrm>
          <a:prstGeom prst="rect">
            <a:avLst/>
          </a:prstGeom>
          <a:solidFill>
            <a:srgbClr val="F3E8FF"/>
          </a:solidFill>
          <a:ln w="12700">
            <a:solidFill>
              <a:srgbClr val="D1A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5488" y="20391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4A14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idea, method, or approach shows up in more than one of the papers you read this week? Be specific — name the papers.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5488" y="28620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14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[Your answer here]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18888" y="1627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these papers connect to ALL prior reading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09160" y="1956816"/>
            <a:ext cx="4069080" cy="201168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18888" y="20391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 these papers agree with, contradict, or extend what you read in earlier weeks? Name specific prior papers.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18888" y="28620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[Your answer here — reference papers by author and year]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65760" y="4096512"/>
            <a:ext cx="84124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5488" y="4096512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missing across everything you have read?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5488" y="4434840"/>
            <a:ext cx="8193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[What gap remains across all the papers you have read so far? How does PHANTOM address it?]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Paper 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Connecting the Papers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week 3, use this slide to connect ALL the papers you have read </a:t>
            </a:r>
            <a:r>
              <a:rPr lang="en-US" sz="1100" i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far, not </a:t>
            </a: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this week's paper.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27632"/>
            <a:ext cx="2651760" cy="3840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627632"/>
            <a:ext cx="32004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6276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9808" y="1627632"/>
            <a:ext cx="221284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 connects the papers?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011680"/>
            <a:ext cx="2651760" cy="237744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" y="210312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theme, idea, or approach shows up across multiple papers you have read? Name at least two papers in your answer.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" y="3044952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answer here — reference specific papers by author and year]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72968" y="1627632"/>
            <a:ext cx="2651760" cy="3840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172968" y="1627632"/>
            <a:ext cx="32004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172968" y="16276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57016" y="1627632"/>
            <a:ext cx="221284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gap?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172968" y="2011680"/>
            <a:ext cx="2651760" cy="23774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282696" y="210312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NOT been done yet across all the papers you have read? How does PHANTOM fill that gap?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82696" y="3044952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answer here — reference specific papers by author and year]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0176" y="1627632"/>
            <a:ext cx="2651760" cy="3840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80176" y="1627632"/>
            <a:ext cx="32004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980176" y="16276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64224" y="1627632"/>
            <a:ext cx="221284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paper surprised you most and why?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80176" y="2011680"/>
            <a:ext cx="265176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089904" y="210312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paper from any week. What did it say that you did not expect — and did it change how you think about the project?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089904" y="3044952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answer here — reference specific papers by author and year]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5760" y="5852160"/>
            <a:ext cx="8412480" cy="53035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8640" y="58521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pre-writing your Week 8 literature review. The patterns you identify here become the themes that organize the paper.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 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template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· blindspot-summer-2026 · Multi-Paper Presentation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for the Group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 every presentation with one open question. It should come from the gap you identified, something the group can actually discuss.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719072"/>
            <a:ext cx="84124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5760" y="1719072"/>
            <a:ext cx="64008" cy="2377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43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810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88720" y="1810512"/>
            <a:ext cx="7406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[Type your question here — make it specific enough that the group can actually answer it, and connect it to PHANTOM]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4279392"/>
            <a:ext cx="8412480" cy="822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430682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good question is one you genuinely do not know the answer to. It should make the group think, not just recap what the papers said.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P.R.I.M.E. Research Experience  ·  blindspot-summer-2026  ·  APSU CSIT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1500</Words>
  <Application>Microsoft Macintosh PowerPoint</Application>
  <PresentationFormat>Widescreen</PresentationFormat>
  <Paragraphs>175</Paragraphs>
  <Slides>12</Slides>
  <Notes>12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blindspot — Paper Presentation Template</dc:title>
  <dc:subject>PptxGenJS Presentation</dc:subject>
  <dc:creator>PptxGenJS</dc:creator>
  <cp:lastModifiedBy>Perry, Sabrina</cp:lastModifiedBy>
  <cp:revision>6</cp:revision>
  <dcterms:created xsi:type="dcterms:W3CDTF">2026-05-19T13:44:10Z</dcterms:created>
  <dcterms:modified xsi:type="dcterms:W3CDTF">2026-05-29T13:48:54Z</dcterms:modified>
</cp:coreProperties>
</file>