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9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0FE7-F9A0-932A-0A3A-8DCB25A0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2DDFC-1B66-CCB6-9F6E-C42CA6E48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66C23-0DE1-FD4F-87A9-608B9894A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AAA22-4046-D1CD-9A64-69CF8CA3B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2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4630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P.R.I.M.E.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blindspot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FB3D3"/>
                </a:solidFill>
              </a:rPr>
              <a:t>detecting what the tracker cannot see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474720" cy="0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B8D4"/>
                </a:solidFill>
              </a:rPr>
              <a:t>North Dakota State University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B8D4"/>
                </a:solidFill>
              </a:rPr>
              <a:t>P.R.I.M.E. Research Experience - Summer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9242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B8D4"/>
                </a:solidFill>
              </a:rPr>
              <a:t>Sabrina Perry, PhD</a:t>
            </a:r>
            <a:br>
              <a:rPr lang="en-US" sz="1200" dirty="0">
                <a:solidFill>
                  <a:srgbClr val="94B8D4"/>
                </a:solidFill>
              </a:rPr>
            </a:br>
            <a:r>
              <a:rPr lang="en-US" sz="1200" dirty="0">
                <a:solidFill>
                  <a:srgbClr val="94B8D4"/>
                </a:solidFill>
              </a:rPr>
              <a:t>+ Floyd Dodwell</a:t>
            </a:r>
            <a:br>
              <a:rPr lang="en-US" sz="1200" dirty="0">
                <a:solidFill>
                  <a:srgbClr val="94B8D4"/>
                </a:solidFill>
              </a:rPr>
            </a:br>
            <a:r>
              <a:rPr lang="en-US" sz="1200" dirty="0">
                <a:solidFill>
                  <a:srgbClr val="94B8D4"/>
                </a:solidFill>
              </a:rPr>
              <a:t>+ Christina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822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Orientation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Today's agenda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1993392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011680"/>
            <a:ext cx="246888" cy="2468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85232" y="1993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Introductions &amp; research culture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2487168"/>
            <a:ext cx="41148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92040" y="2560320"/>
            <a:ext cx="320040" cy="32004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578608"/>
            <a:ext cx="246888" cy="2468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85232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The 10-week experience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754880" y="3054096"/>
            <a:ext cx="41148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892040" y="312724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14553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85232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Paper assignments &amp; annotation format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754880" y="3621024"/>
            <a:ext cx="41148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892040" y="3694176"/>
            <a:ext cx="320040" cy="32004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712464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85232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GitHub &amp; the blindspot repo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754880" y="4187952"/>
            <a:ext cx="41148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892040" y="426110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4279392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85232" y="4261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Week 1 assignments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75488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F8F"/>
                </a:solidFill>
              </a:rPr>
              <a:t>Summer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01: Introductions &amp; Research Culture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11:00 – 11:30  ·  30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234440"/>
            <a:ext cx="548640" cy="5486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128016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</a:rPr>
              <a:t>Who we are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Names, majors, one thing you are genuinely curious about outside of class. Researcher shares their background and current work on data poisoning.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28016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</a:rPr>
              <a:t>What research feels like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No grades, no right answers, failure is data. The goal is contribution, not completion. Questions are the actual work.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78040" y="1234440"/>
            <a:ext cx="548640" cy="54864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28016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5C"/>
                </a:solidFill>
              </a:rPr>
              <a:t>Lab norms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17920" y="23774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Group text for quick questions. GitHub issues for technical questions. Email for formal things. Friday 5pm deadlines. Monday presentations.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354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5079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</a:rPr>
              <a:t>This is real research — the goal by week 10 is a paper draft good enough to submit to a conference.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02: The 10-Week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11:30 – 12:00  · 30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Weeks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Orientation, threat modeling, seed paper reading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78608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Weeks 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Exploration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Clean baseline, embedding poison, degradation measured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143000"/>
            <a:ext cx="20116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60020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27448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Weeks 5–7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Assess &amp; Build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7448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Midpoint review ★, detector built, scalability tested 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143000"/>
            <a:ext cx="2011680" cy="457200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160020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76288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Weeks 8–10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7628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Write &amp; Publish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76288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Paper drafted, revised, venues identified, NDSU final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20624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</a:rPr>
              <a:t>Weekly rhythm: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562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Mon – Thu: reading &amp; experiments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45628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Sun 5pm: annotation + slides due to GitHub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562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Mon: paper presentation  (10 min each)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Research Question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B3D3"/>
                </a:solidFill>
              </a:rPr>
              <a:t>What we are investigating and why it is an open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9488">
              <a:alpha val="1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</a:rPr>
              <a:t>In a multi-camera tracking system where 2 of N cameras are fed poisoned embedding vectors - how do we detect which cameras are compromised before the system silently fails?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0604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594360" cy="59436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414016"/>
            <a:ext cx="521208" cy="5212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attack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3520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9E8"/>
                </a:solidFill>
              </a:rPr>
              <a:t>Poisoned embedding vectors from 2 cameras shift cosine distances - cross-camera identity association collapses silently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286000"/>
            <a:ext cx="260604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51960" y="23774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414016"/>
            <a:ext cx="521208" cy="521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damage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3520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9E8"/>
                </a:solidFill>
              </a:rPr>
              <a:t>IDF1 drops, identity switches spike, trajectories break - the tracker appears to work but its output is wrong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286000"/>
            <a:ext cx="260604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40880" y="2377440"/>
            <a:ext cx="594360" cy="59436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2414016"/>
            <a:ext cx="521208" cy="5212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detection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72200" y="35204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9E8"/>
                </a:solidFill>
              </a:rPr>
              <a:t>Cross-camera cosine distance distributions shift when a camera is poisoned - detectable without ground truth identity labels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</a:rPr>
              <a:t>Why it is open: no prior paper has characterized embedding-space poisoning in MTMC tracking or proposed a label-free cross-camera detector.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03: Paper Assignments &amp; Annotation Format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12:00 – 12:30  ·  30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64008" cy="3063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155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</a:rPr>
              <a:t>Seed papers — 4 total, weeks 1–2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Dr. Perry provides these. You find everything else independently.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201168" cy="20116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" y="1874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Week 1 → Christina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</a:rPr>
              <a:t>Wild Patterns Reloaded - </a:t>
            </a:r>
            <a:r>
              <a:rPr lang="en-US" sz="1100" b="1" dirty="0" err="1">
                <a:solidFill>
                  <a:srgbClr val="334155"/>
                </a:solidFill>
              </a:rPr>
              <a:t>Cinà</a:t>
            </a:r>
            <a:r>
              <a:rPr lang="en-US" sz="1100" b="1" dirty="0">
                <a:solidFill>
                  <a:srgbClr val="334155"/>
                </a:solidFill>
              </a:rPr>
              <a:t> et 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38658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4672" y="23865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Week 1 → Floyd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" y="2569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334155"/>
                </a:solidFill>
              </a:rPr>
              <a:t>ByteTrack</a:t>
            </a:r>
            <a:r>
              <a:rPr lang="en-US" sz="1100" b="1" dirty="0">
                <a:solidFill>
                  <a:srgbClr val="334155"/>
                </a:solidFill>
              </a:rPr>
              <a:t> - Zhang et 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898648"/>
            <a:ext cx="201168" cy="201168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" y="28986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Week 2 → Both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" y="3081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</a:rPr>
              <a:t>BadNets — Gu et al.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410712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4672" y="3410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Week 2 → Both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4672" y="3593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</a:rPr>
              <a:t>Blinding &amp; Blurring the MOT Tracker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1051560"/>
            <a:ext cx="4114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09160" y="1051560"/>
            <a:ext cx="64008" cy="3063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14300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30952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</a:rPr>
              <a:t>Annotation template — 6 fields, every paper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919472" y="155448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919472" y="1554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230368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Full citation (IEEE or APA)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919472" y="19019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919472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230368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Argument summary (2–3 sentences)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919472" y="22494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919472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230368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Method used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919472" y="259689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919472" y="2596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230368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Strength of evidence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19472" y="29443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919472" y="2944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230368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Limitation or gap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4919472" y="32918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919472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5230368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</a:rPr>
              <a:t>Relevance to project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320040" y="4224528"/>
            <a:ext cx="850392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25112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868680" y="4279392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</a:rPr>
              <a:t>By week 8 your annotation files ARE the literature review. You are pre-writing the paper all summer.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Friday Paper Presentation Format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10 minutes per student · same 6-point structure every week · used from week 1 through week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399032"/>
            <a:ext cx="475488" cy="475488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325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Paper 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6916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Title, authors, venue, year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" y="26060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2532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Main argument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898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One sentence: what does this paper claim?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55701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" y="3813048"/>
            <a:ext cx="475488" cy="47548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9848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Method or 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41056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How did they show it? Dataset, experiment, proof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19472" y="139903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1399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04688" y="1325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Key finding or result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16916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The single most important thing the paper found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19472" y="2606040"/>
            <a:ext cx="475488" cy="475488"/>
          </a:xfrm>
          <a:prstGeom prst="ellipse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4688" y="2532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Limitation or question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2898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What does it leave unsolved? What are you skeptical of?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19472" y="381304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04688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A5C"/>
                </a:solidFill>
              </a:rPr>
              <a:t>Connection to project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41056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How does this change how you think about the research?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04: GitHub &amp; the blindspot Repository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12:30 – 1:00  ·  30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64008" cy="292608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</a:rPr>
              <a:t>5 commands — that is all you need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636776"/>
            <a:ext cx="12801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636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74520" y="1655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download the repo to your laptop - once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093976"/>
            <a:ext cx="12801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093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7452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get latest changes - every morning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551176"/>
            <a:ext cx="12801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25511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74520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stage your changed files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008376"/>
            <a:ext cx="12801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3008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7452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save a snapshot with a message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465576"/>
            <a:ext cx="128016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2920" y="34655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74520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send changes to the shared repo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1097280"/>
            <a:ext cx="4251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0" y="1097280"/>
            <a:ext cx="64008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170432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12080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</a:rPr>
              <a:t>blindspot — folder structure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736592" y="1636776"/>
            <a:ext cx="1188720" cy="256032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736592" y="1636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016752" y="1655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program documents - read these first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736592" y="2075688"/>
            <a:ext cx="1188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736592" y="2075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/papers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016752" y="2093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your annotation files - </a:t>
            </a:r>
            <a:r>
              <a:rPr lang="en-US" sz="1100" dirty="0" err="1">
                <a:solidFill>
                  <a:srgbClr val="334155"/>
                </a:solidFill>
              </a:rPr>
              <a:t>christina</a:t>
            </a:r>
            <a:r>
              <a:rPr lang="en-US" sz="1100" dirty="0">
                <a:solidFill>
                  <a:srgbClr val="334155"/>
                </a:solidFill>
              </a:rPr>
              <a:t> / </a:t>
            </a:r>
            <a:r>
              <a:rPr lang="en-US" sz="1100" dirty="0" err="1">
                <a:solidFill>
                  <a:srgbClr val="334155"/>
                </a:solidFill>
              </a:rPr>
              <a:t>floyd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736592" y="2514600"/>
            <a:ext cx="1188720" cy="2560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736592" y="2514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016752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shared code - </a:t>
            </a:r>
            <a:r>
              <a:rPr lang="en-US" sz="1100" dirty="0" err="1">
                <a:solidFill>
                  <a:srgbClr val="334155"/>
                </a:solidFill>
              </a:rPr>
              <a:t>embed_poison.py</a:t>
            </a:r>
            <a:r>
              <a:rPr lang="en-US" sz="1100" dirty="0">
                <a:solidFill>
                  <a:srgbClr val="334155"/>
                </a:solidFill>
              </a:rPr>
              <a:t> + detector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36592" y="2953512"/>
            <a:ext cx="11887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736592" y="2953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/experiments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16752" y="29718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one folder per experiment week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736592" y="3392424"/>
            <a:ext cx="1188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736592" y="3392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/results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016752" y="34107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metrics, tables, and figures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736592" y="3831336"/>
            <a:ext cx="1188720" cy="256032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736592" y="3831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/paper-draft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016752" y="3849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the growing paper - all sections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61104"/>
            <a:ext cx="292608" cy="29260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96112" y="420624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</a:rPr>
              <a:t>Commit often. Small commits with clear messages are better than one big commit at the end of the week.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05: Week 1 Assignments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Before you leave today — confirm every item out loud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38404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Christina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591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Read Seed 1 — Cinà et al., Wild Patterns Reloaded (arxiv.org/abs/2205.01992)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011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Complete annotation entry - all 6 fields using the template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Commit annotation to papers/</a:t>
            </a:r>
            <a:r>
              <a:rPr lang="en-US" sz="1100" dirty="0" err="1">
                <a:solidFill>
                  <a:srgbClr val="334155"/>
                </a:solidFill>
              </a:rPr>
              <a:t>christina</a:t>
            </a:r>
            <a:r>
              <a:rPr lang="en-US" sz="1100" dirty="0">
                <a:solidFill>
                  <a:srgbClr val="334155"/>
                </a:solidFill>
              </a:rPr>
              <a:t>/ before Friday 5pm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6207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28529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Prepare Friday presentation slides - 6-point format, 10 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3273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Push slides to repo by Friday 5pm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Floyd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9472" y="160020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1591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Read Seed 2 — Zhang et al., ByteTrack (arxiv.org/abs/2110.06864)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202082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57800" y="2011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Complete annotation entry - all 6 fields using the template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244144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57800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Commit annotation to papers/</a:t>
            </a:r>
            <a:r>
              <a:rPr lang="en-US" sz="1100" dirty="0" err="1">
                <a:solidFill>
                  <a:srgbClr val="334155"/>
                </a:solidFill>
              </a:rPr>
              <a:t>floyd</a:t>
            </a:r>
            <a:r>
              <a:rPr lang="en-US" sz="1100" dirty="0">
                <a:solidFill>
                  <a:srgbClr val="334155"/>
                </a:solidFill>
              </a:rPr>
              <a:t>/ before Friday 5pm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286207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7800" y="28529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Prepare Friday presentation slides - 6-point format, 10 minutes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3282696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57800" y="3273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Push slides to repo by Friday 5pm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950208"/>
            <a:ext cx="850392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86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A5C"/>
                </a:solidFill>
              </a:rPr>
              <a:t>Both students: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74520" y="39867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</a:rPr>
              <a:t>Write a 1-paragraph reflection - what you understood today, what you are uncertain about, one question for week 2. Push this to your papers folder.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5628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Monday: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25880" y="456285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Both students present their seed paper - 10 minutes, 6-point format. Bring questions, not just summaries.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FB3D3"/>
                </a:solidFill>
              </a:rPr>
              <a:t>detecting what the tracker cannot see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2514600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Questions before we wrap up?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72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Travel plans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57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Group 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41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See you Tuesday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8F"/>
                </a:solidFill>
              </a:rPr>
              <a:t>P.R.I.M.E. Research Experience — NDSU Summer 2026</a:t>
            </a:r>
            <a:endParaRPr lang="en-US" sz="1100" dirty="0"/>
          </a:p>
        </p:txBody>
      </p:sp>
      <p:pic>
        <p:nvPicPr>
          <p:cNvPr id="12" name="180818066-f67d1f78-515e-4ee2-810f-abfed5a0afcb.mp4">
            <a:hlinkClick r:id="" action="ppaction://media"/>
            <a:extLst>
              <a:ext uri="{FF2B5EF4-FFF2-40B4-BE49-F238E27FC236}">
                <a16:creationId xmlns:a16="http://schemas.microsoft.com/office/drawing/2014/main" id="{227D2D38-0576-9E45-FD4D-7239A4D22E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6947B-103B-664A-FDA5-66F0536D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679311-2DA4-73AE-67B7-CCF642CAE2A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65A331-2547-7228-B4E6-8AAF684AF0B6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6FBC60-A861-79E4-C2EC-26CC3A38358B}"/>
              </a:ext>
            </a:extLst>
          </p:cNvPr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blindspot</a:t>
            </a:r>
            <a:endParaRPr lang="en-US" sz="5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C2138E-26D8-947A-BC2C-F851BC6EC36D}"/>
              </a:ext>
            </a:extLst>
          </p:cNvPr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FB3D3"/>
                </a:solidFill>
              </a:rPr>
              <a:t>detecting what the tracker cannot see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60489D-2921-F923-A986-31B34CFB33DC}"/>
              </a:ext>
            </a:extLst>
          </p:cNvPr>
          <p:cNvSpPr/>
          <p:nvPr/>
        </p:nvSpPr>
        <p:spPr>
          <a:xfrm>
            <a:off x="2743200" y="2514600"/>
            <a:ext cx="3657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F12B82-1394-082D-B052-DC57F94872AD}"/>
              </a:ext>
            </a:extLst>
          </p:cNvPr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Questions before we wrap up?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137544-449C-3EAA-A06B-003213A7B8D2}"/>
              </a:ext>
            </a:extLst>
          </p:cNvPr>
          <p:cNvSpPr/>
          <p:nvPr/>
        </p:nvSpPr>
        <p:spPr>
          <a:xfrm>
            <a:off x="457200" y="3172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Travel plans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77886F-FC12-6E4E-79E5-AAC468EAD6EF}"/>
              </a:ext>
            </a:extLst>
          </p:cNvPr>
          <p:cNvSpPr/>
          <p:nvPr/>
        </p:nvSpPr>
        <p:spPr>
          <a:xfrm>
            <a:off x="457200" y="3557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9E8"/>
                </a:solidFill>
              </a:rPr>
              <a:t>Group text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6F59BB-D71E-C032-9A80-308F5B99580A}"/>
              </a:ext>
            </a:extLst>
          </p:cNvPr>
          <p:cNvSpPr/>
          <p:nvPr/>
        </p:nvSpPr>
        <p:spPr>
          <a:xfrm>
            <a:off x="457200" y="3941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See you Tuesday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D9DC25-9511-1E0E-8802-A027FB64B59A}"/>
              </a:ext>
            </a:extLst>
          </p:cNvPr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F8F"/>
                </a:solidFill>
              </a:rPr>
              <a:t>P.R.I.M.E. Research Experience — NDSU Summer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2719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3264</TotalTime>
  <Words>1056</Words>
  <Application>Microsoft Macintosh PowerPoint</Application>
  <PresentationFormat>On-screen Show (16:9)</PresentationFormat>
  <Paragraphs>169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P.R.I.M.E. Day 1 Orientation — blindspot</dc:title>
  <dc:subject>PptxGenJS Presentation</dc:subject>
  <dc:creator>PptxGenJS</dc:creator>
  <cp:lastModifiedBy>Sabrina Perry</cp:lastModifiedBy>
  <cp:revision>5</cp:revision>
  <dcterms:created xsi:type="dcterms:W3CDTF">2026-05-06T01:02:24Z</dcterms:created>
  <dcterms:modified xsi:type="dcterms:W3CDTF">2026-05-17T17:47:40Z</dcterms:modified>
</cp:coreProperties>
</file>