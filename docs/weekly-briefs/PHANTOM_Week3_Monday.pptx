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58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"/>
            <a:ext cx="27432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5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6576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36576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Session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65760" y="2834640"/>
            <a:ext cx="50292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2999232"/>
            <a:ext cx="256032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29992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presentations: Christine and Floyd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3566160"/>
            <a:ext cx="256032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35661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synthesize papers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4133088"/>
            <a:ext cx="256032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" y="413308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assignment: find 2 to 3 papers independently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65760" y="4700016"/>
            <a:ext cx="256032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4700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9808" y="470001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trimming instructions and walkthrough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APSU CSIT · Summer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Week 3 Monday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67512"/>
            <a:ext cx="475488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67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87552" y="66751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Synthesize Papers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summarizing one paper to connecting ideas across many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581912"/>
            <a:ext cx="4069080" cy="3291840"/>
          </a:xfrm>
          <a:prstGeom prst="rect">
            <a:avLst/>
          </a:prstGeom>
          <a:solidFill>
            <a:srgbClr val="FDE8EA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581912"/>
            <a:ext cx="406908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5488" y="1581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— what we do NOT want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Paper 1 says X.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26243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Paper 2 says Y.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31912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Paper 3 says Z.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7581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These papers are all related to our project.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09160" y="1581912"/>
            <a:ext cx="4069080" cy="32918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09160" y="1581912"/>
            <a:ext cx="406908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18888" y="1581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Synthesizing — what we want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18888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Papers 1 and 2 both show that embedding-space attacks are harder to detect than pixel-level attacks.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18888" y="2770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Paper 3 challenges this by showing that cross-camera consistency is a detectable signal.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18888" y="34838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Together they suggest that PHANTOM's detection approach fills a gap no prior paper addresses.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5852160"/>
            <a:ext cx="8412480" cy="51206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8640" y="585216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week 3 — slide 7 of every presentation asks you to synthesize. Reference papers by author and year.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APSU CSIT · Summer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Week 3 Monday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67512"/>
            <a:ext cx="475488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67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87552" y="66751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Paper Assignment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2–3 papers independently: no assigned reads this week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581912"/>
            <a:ext cx="8412480" cy="3200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5488" y="1581912"/>
            <a:ext cx="8302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SEARCH FOR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039112"/>
            <a:ext cx="2377440" cy="475488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203911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tracking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834640" y="2039112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971800" y="203911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multi-camera object tracking ReID evaluation benchmark MTMC arXiv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660904"/>
            <a:ext cx="2377440" cy="475488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266090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and embeddings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834640" y="2660904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971800" y="266090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re-identification vehicle re-identification embedding cosine similarity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3282696"/>
            <a:ext cx="2377440" cy="475488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32826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attacks on tracking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834640" y="3282696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971800" y="328269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attack multi-object tracker embedding poisoning vision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3959352"/>
            <a:ext cx="8412480" cy="3200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5488" y="3959352"/>
            <a:ext cx="8302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SEARCH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325112"/>
            <a:ext cx="2011680" cy="41148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7200" y="4325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514600" y="4325112"/>
            <a:ext cx="2011680" cy="41148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606040" y="4325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scholar.google.com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63440" y="4325112"/>
            <a:ext cx="2011680" cy="41148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54880" y="4325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ieeexplore.ieee.org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812280" y="4325112"/>
            <a:ext cx="2011680" cy="41148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903720" y="4325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semanticscholar.org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APSU CSIT · Summer 2026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Week 3 Monday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67512"/>
            <a:ext cx="475488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67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87552" y="66751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Trimming Instructions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NDSU footage and filling in the manifest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581912"/>
            <a:ext cx="4069080" cy="3657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5488" y="1581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Christine — Scenarios S01 through S09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581912"/>
            <a:ext cx="406908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18888" y="1581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 — Scenarios S10 through S18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" y="2084832"/>
            <a:ext cx="8302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FOR EACH SCENARIO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496312"/>
            <a:ext cx="32004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5760" y="249631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86384" y="24963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240280" y="249631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c001, c002, and c003 videos side by side. Find a moment where the same vehicle is visible across all three cameras at the same time.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3154680"/>
            <a:ext cx="32004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5760" y="31546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86384" y="31546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window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24028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2 to 5 minute segment around that moment. 2 minutes is fine for a busy intersection. Use 5 minutes for low traffic or poor lighting.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3813048"/>
            <a:ext cx="32004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65760" y="381304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86384" y="38130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manifest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240280" y="381304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data/scenario_windows.csv in VS Code and add your row: scenario, start time, duration in seconds, and anchor notes describing the vehicle and a rough count.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65760" y="4471416"/>
            <a:ext cx="32004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65760" y="44714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86384" y="44714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trim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240280" y="447141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python scripts/trim_scenarios.py (dry run first, then --apply). Then run the quicklook script to generate a preview image.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APSU CSIT · Summer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Week 3 Monday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67512"/>
            <a:ext cx="475488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67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87552" y="66751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r>
              <a:rPr lang="en-US" sz="2600" b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Checklist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65760" y="1581912"/>
            <a:ext cx="4069080" cy="3200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5488" y="1581912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" y="20756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20208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scenarios S01 through S09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" y="25328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24780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manifest rows S01–S09 in data/scenario_windows.csv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" y="29900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2960" y="29352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trim script and quicklook for each scenario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" y="34472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2960" y="33924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2–3 papers independently on multi-camera tracking or ReID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" y="39044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2960" y="38496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annotation entry for each paper found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" y="43616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2960" y="43068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Monday presentation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09160" y="1581912"/>
            <a:ext cx="406908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18888" y="1581912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18888" y="20756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166360" y="20208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scenarios S10 through S18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18888" y="25328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166360" y="24780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manifest rows S10–S18 in data/scenario_windows.csv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818888" y="29900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166360" y="29352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trim script and quicklook for each scenario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818888" y="34472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166360" y="33924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2–3 papers independently on multi-camera tracking or ReID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818888" y="39044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166360" y="38496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annotation entry for each paper found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818888" y="43616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166360" y="43068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Monday presentation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APSU CSIT · Summer 2026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675</Words>
  <Application>Microsoft Macintosh PowerPoint</Application>
  <PresentationFormat>Widescreen</PresentationFormat>
  <Paragraphs>92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PHANTOM — Week 3 Monday Agenda</dc:title>
  <dc:subject>PptxGenJS Presentation</dc:subject>
  <dc:creator>PptxGenJS</dc:creator>
  <cp:lastModifiedBy>Perry, Sabrina</cp:lastModifiedBy>
  <cp:revision>2</cp:revision>
  <dcterms:created xsi:type="dcterms:W3CDTF">2026-05-29T13:14:53Z</dcterms:created>
  <dcterms:modified xsi:type="dcterms:W3CDTF">2026-05-29T14:02:39Z</dcterms:modified>
</cp:coreProperties>
</file>